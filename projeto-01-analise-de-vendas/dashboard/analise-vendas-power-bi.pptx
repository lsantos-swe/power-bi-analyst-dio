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Vendas por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de Vendas por Segmento por Mês e Ano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Preço Médio por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Evolução do Lucro por Mês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Lucro por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e Unidades Vendidas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60cb4d2b-141f-4412-9c68-f04c0dd405ba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7f54d668cfb64123" /><Relationship Type="http://schemas.openxmlformats.org/officeDocument/2006/relationships/slideLayout" Target="/ppt/slideLayouts/slideLayout8.xml" Id="Ra0965e351e964720" /><Relationship Type="http://schemas.openxmlformats.org/officeDocument/2006/relationships/hyperlink" Target="https://app.powerbi.com/groups/me/reports/60cb4d2b-141f-4412-9c68-f04c0dd405ba/?pbi_source=PowerPoint" TargetMode="External" Id="RelId0" /><Relationship Type="http://schemas.openxmlformats.org/officeDocument/2006/relationships/image" Target="/ppt/media/image4.png" Id="imgId5982039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6e6330487aaa47e4" /><Relationship Type="http://schemas.openxmlformats.org/officeDocument/2006/relationships/slideLayout" Target="/ppt/slideLayouts/slideLayout8.xml" Id="R1e8f036d805a4f91" /><Relationship Type="http://schemas.openxmlformats.org/officeDocument/2006/relationships/hyperlink" Target="https://app.powerbi.com/groups/me/reports/60cb4d2b-141f-4412-9c68-f04c0dd405ba/?pbi_source=PowerPoint" TargetMode="External" Id="RelId1" /><Relationship Type="http://schemas.openxmlformats.org/officeDocument/2006/relationships/image" Target="/ppt/media/image5.png" Id="imgId5982078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977de35583094b5c" /><Relationship Type="http://schemas.openxmlformats.org/officeDocument/2006/relationships/slideLayout" Target="/ppt/slideLayouts/slideLayout8.xml" Id="Rb169d16aa23f4a31" /><Relationship Type="http://schemas.openxmlformats.org/officeDocument/2006/relationships/hyperlink" Target="https://app.powerbi.com/groups/me/reports/60cb4d2b-141f-4412-9c68-f04c0dd405ba/?pbi_source=PowerPoint" TargetMode="External" Id="RelId2" /><Relationship Type="http://schemas.openxmlformats.org/officeDocument/2006/relationships/image" Target="/ppt/media/image6.png" Id="imgId598610604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Análise de Vendas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02/10/2026 20:20:28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01/10/2026 16:33:15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Vendas por Produto ,slicer ,Total de Vendas por Segmento por Mês e Ano ,Preço Médio por Produto ,textbo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982039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Visual ,cardVisual ,Lucro por País ,Vendas por País ,Evolução do Lucro por Mês ,textbox ,textbox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9820789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2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ucro por Segmento ,Lucro por País ,Vendas e Unidades Vendidas por País ,textbox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9861060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3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